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D90CF-1872-6808-E43F-D62C3C786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B443BF-6B06-1246-0B12-7752AD75C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97B000-C1DE-1321-5ABE-EB4085A62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FB545F-03FD-3023-3B6F-53218747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0DFE4-1FF2-37CB-B3FF-385FEF7CC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371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60D86-3F55-B859-54F9-DC1A2696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EE41D5-20F9-7B40-32B4-D573595E2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4D0812-25AB-3871-40CB-6BDA011EE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ABD16E-4C8E-FA12-F4D5-FCECD6813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28310D-6657-1853-8CBB-426F35A6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8965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6EFF-F3C1-F544-1517-89555BE60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00103D-CB02-F5E6-8614-91F8D57B2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987624-551F-CA65-FC49-BAB5EE60A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062052-B74C-5F62-1D0F-076DCF96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09BE0D-77F1-603E-224F-CF7ED6B0A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3334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23061-6E78-53F7-02C5-003FE55FA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F865E9-1E06-6260-7D11-569415341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0F26EE-EDEC-D969-493E-04C352C28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F304F4-8DA0-E6E1-0A01-F7E5CFEB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1CCC92-00C1-7A88-7109-50ED5594E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F5574C-CBA6-49AB-5E53-6EA775AE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982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79734-6C2B-5A81-41AE-7D070E33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F05FD9-B9A0-E599-2648-9ED21E4FA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7011AF-7632-21CC-B810-18661944C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5F8BE3-79F9-0E63-E945-7B8D049D13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C8AF7B-F3BE-80C8-A437-F9DB8C82D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F3A335E-8842-B9A0-E76F-03D23BEEF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2FDC7B-AC56-8388-1732-90E7D3E7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052ADB5-914E-0CCD-C492-042C853B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925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488C9-081C-609F-1EE4-DE63DA573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6315BC-DBEE-D0CC-3A94-C5B29E87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52B257-273E-EB47-726B-86BBEB4F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3B621D8-40E3-DF57-CD35-58157D0B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679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CF7629-83FD-0784-5656-698DA6886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3BFB18-5161-1480-84C8-BC108E819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B8E640-A063-542A-2340-6B5AB7F5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083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85BA8-3477-49DC-41EC-10BD47D6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74ED08-B9D3-44F9-3073-5647C38CC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C3332E-629D-19D7-6C08-8B9129E26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2C5DCB-2878-5AD0-4E31-6D78183A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194180-4A9D-E368-595F-2195C6B0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894C62-4803-B82B-BC93-77598A93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7940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6EB0C-2537-739A-AB79-6A870B92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8C3F84-011E-A519-7D8B-83E409FA9E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50EA497-2825-0D56-293B-2D795537A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71AB29-9BD0-21A1-4EC9-83B134876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5893B1-B7D5-1CE6-21B4-379004C4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8A0910-B923-99B5-CE90-A76DC225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6958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D50A1-6991-8AAF-1749-B7902F8A1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FDF914-EC7D-435E-BBE6-657DA94B0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FA3D06-BA25-FB27-8F43-1A73241C5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3BD36F-1C63-E770-D2B7-30BB68DA8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EBC02C-D5E1-329C-8673-CD649946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0361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D939EF-4532-532B-07DB-658A15472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9057AD-47FF-032C-B3C2-8610757D6F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499A7E-D605-A3D0-F793-C0319336C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C03A95-0B11-8251-F4F5-88A9676B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264115-376B-29F1-D7A0-EB9F9C07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8357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B3F098F-7D0C-8176-1E7C-D90AC22A3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E76CA6-640D-5ACC-0437-C52837E83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C5CA1E-1369-DB6C-FCB9-D607A27931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27AE7-4B0C-4564-BD50-A9E2004D03DD}" type="datetimeFigureOut">
              <a:rPr lang="es-MX" smtClean="0"/>
              <a:t>27/01/2026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1DF733-8B9A-8ED4-3F32-DB554589A0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20A31C-650F-5BB8-8A3D-CA4C592BE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12B605-6B94-499B-9EAD-371880E485A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11803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84589-02C1-378C-91C6-DF707D83C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PRESENTACIÓN DE PRUEBA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E65C5D-B3FF-1DB1-14AC-122B0F7BC1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0966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PRUEBA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natalia esteves</dc:creator>
  <cp:lastModifiedBy>natalia esteves</cp:lastModifiedBy>
  <cp:revision>1</cp:revision>
  <dcterms:created xsi:type="dcterms:W3CDTF">2026-01-27T08:35:57Z</dcterms:created>
  <dcterms:modified xsi:type="dcterms:W3CDTF">2026-01-27T08:36:19Z</dcterms:modified>
</cp:coreProperties>
</file>